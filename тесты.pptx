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4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534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151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60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09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7398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88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230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639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435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405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825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A543C-A474-43CD-A0CE-33A4273366DF}" type="datetimeFigureOut">
              <a:rPr lang="ru-RU" smtClean="0"/>
              <a:t>19.11.2025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97E95-5A60-4089-A304-0339072DAC7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29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1219</TotalTime>
  <Words>0</Words>
  <Application>Microsoft Office PowerPoint</Application>
  <PresentationFormat>Широкоэкранный</PresentationFormat>
  <Paragraphs>0</Paragraphs>
  <Slides>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Тема Office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пввввввввввввввввввввввввввввв</dc:title>
  <dc:creator>Учетная запись Майкрософт</dc:creator>
  <cp:lastModifiedBy>Учетная запись Майкрософт</cp:lastModifiedBy>
  <cp:revision>4</cp:revision>
  <dcterms:created xsi:type="dcterms:W3CDTF">2025-11-19T13:39:50Z</dcterms:created>
  <dcterms:modified xsi:type="dcterms:W3CDTF">2025-11-20T09:59:28Z</dcterms:modified>
</cp:coreProperties>
</file>